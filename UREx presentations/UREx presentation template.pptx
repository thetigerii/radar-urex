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9" r:id="rId4"/>
    <p:sldId id="278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C83C-30C5-62DA-3129-CF1E7F81D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85E96-9CB5-6915-B984-0393ABCC4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2A946-5AA2-0C60-695E-AE021DD8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F8EAF-7A39-75F6-2D6E-AC2D2683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6500D-B203-6473-2C9C-11623455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D1E1-EE9A-CA62-BB6C-48629618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4D0FB-9488-F101-C939-A989A80E3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984F9-71FD-BBD2-6C0D-A44C94C2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D958-5458-0656-B269-B887A783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0251-1028-714F-E34E-E6BE140C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371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A76B3-7743-CAE4-1265-D2076B68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B7B2A-7F7E-7B83-E3A1-A70A84578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716D7-A0F1-E8A8-5DB8-9DB7BAF0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97AA6-9445-750E-58E9-B976B264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CFA74-FDCF-80B9-5C07-F8283A45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286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40E3-BB8B-C9AD-C514-BEBE2A5D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82525-8A74-DA03-8707-3E0345E10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6058F-8402-5D94-5A45-10AC5BA13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DD3F4-60A3-C297-7D67-C07CBB9C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D3F20-593C-B295-AB86-1870A0D1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5FF4C-EF32-985F-3C29-7F5417F0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619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DB3B-69A6-D761-9C01-5A516C7C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DE988-C809-137E-0FE1-AD9CFCC09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B5609-B970-C0E9-34C0-048ED4E9B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FCE675-EA60-9F8E-616E-CEC6B6601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5AC2F-105D-3963-4CF0-53D63A587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65C86-9B2A-09F3-51E8-57D4D410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1571F-7090-1B7F-5BD7-8A97A2B0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8455B-3129-6C47-0421-8D5950DB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36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7BB-0006-1305-8AAD-9C89078C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9E0BA-CA00-36F3-5AE3-3497D6E8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0639D-8CD6-0EB3-461A-14359BFB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64C17-1B5E-7F2F-B203-154A5AC4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228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3BB2C-41E9-1C6D-09B1-1A89F3C6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E6F48-3440-C859-1AF3-83D3E815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E81D2-65A4-35EA-E106-9A1CD5FE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864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41F-8970-F106-4369-EB9E88AF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A87A1-D497-C6FD-6EAD-60FD2847E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0184F-952F-F600-0FAA-DB27020C3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EB45B-0D9B-E2B9-D18B-EF69FC9F2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D867B-4450-313B-FDBF-A2A9CBDBE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2B25C-C912-805F-4E10-BF9E9CBE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512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6AB3B-08F4-3F43-632E-E153A685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489DF2-3802-593C-4019-C4116A100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C7E06-DE14-BE47-48FA-5E0DE99F7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D446D-868A-B595-D089-0DE1D51B3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08676-8E57-EFBD-3D77-226BD221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D9F40-3AD5-994F-B5E7-16584BF8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746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1738-0428-B2FE-3765-CB8832C2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17F00-9DF1-4D92-D5C6-6D2EA8004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71B8-76E3-1910-C0E3-C435610A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9BF69-6737-546C-A63C-EFF9228D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931DB-DACF-CE29-8B9D-ED811DEE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953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E5250-E2CC-079B-D9F2-D39757C8E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4116B-6A84-D643-83E1-9E0A5FBD6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A245A-26A1-30D6-3FC5-9746EB05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518BC-FD88-D188-DA1C-65599D86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83A78-4A44-5D28-310B-38302F42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0505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1F2AB3-CF16-2AE9-D92D-C0043F8CE62C}"/>
              </a:ext>
            </a:extLst>
          </p:cNvPr>
          <p:cNvSpPr/>
          <p:nvPr userDrawn="1"/>
        </p:nvSpPr>
        <p:spPr>
          <a:xfrm>
            <a:off x="10836000" y="360000"/>
            <a:ext cx="9972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8B409F-C693-530E-BF1A-D0620D7A4997}"/>
              </a:ext>
            </a:extLst>
          </p:cNvPr>
          <p:cNvSpPr/>
          <p:nvPr userDrawn="1"/>
        </p:nvSpPr>
        <p:spPr>
          <a:xfrm>
            <a:off x="8244000" y="360000"/>
            <a:ext cx="25200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FBE65F-0C49-322F-2C64-A7982CB1DBF9}"/>
              </a:ext>
            </a:extLst>
          </p:cNvPr>
          <p:cNvSpPr/>
          <p:nvPr userDrawn="1"/>
        </p:nvSpPr>
        <p:spPr>
          <a:xfrm>
            <a:off x="1512000" y="360000"/>
            <a:ext cx="66600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2E35E-6098-C9B8-847B-EB93F331D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2000" y="360000"/>
            <a:ext cx="6660000" cy="539625"/>
          </a:xfrm>
          <a:ln w="12700">
            <a:solidFill>
              <a:schemeClr val="tx1"/>
            </a:solidFill>
          </a:ln>
        </p:spPr>
        <p:txBody>
          <a:bodyPr wrap="none">
            <a:normAutofit/>
          </a:bodyPr>
          <a:lstStyle>
            <a:lvl1pPr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C5B58-F5C5-6F33-D93E-89492EAAA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71999"/>
            <a:ext cx="11473200" cy="5526000"/>
          </a:xfrm>
          <a:ln w="12700">
            <a:solidFill>
              <a:schemeClr val="tx1"/>
            </a:solidFill>
          </a:ln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5142D-8C56-AE28-622E-6FA41EF7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6000" y="360000"/>
            <a:ext cx="997200" cy="540000"/>
          </a:xfrm>
          <a:ln w="12700">
            <a:solidFill>
              <a:schemeClr val="tx1"/>
            </a:solidFill>
          </a:ln>
        </p:spPr>
        <p:txBody>
          <a:bodyPr wrap="none">
            <a:normAutofit/>
          </a:bodyPr>
          <a:lstStyle>
            <a:lvl1pPr algn="ctr"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9E4A55B7-A9EB-4AC0-880F-77891F7656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77C3CD-B25A-DB9B-857F-29293FC515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4000" y="360000"/>
            <a:ext cx="2519975" cy="539625"/>
          </a:xfrm>
          <a:ln w="12700">
            <a:solidFill>
              <a:schemeClr val="tx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4FA80-E244-774B-BE53-C0AB1D3E3463}"/>
              </a:ext>
            </a:extLst>
          </p:cNvPr>
          <p:cNvSpPr txBox="1"/>
          <p:nvPr userDrawn="1"/>
        </p:nvSpPr>
        <p:spPr>
          <a:xfrm>
            <a:off x="720000" y="360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NUS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43511C-230D-9F61-68B7-108956968EB1}"/>
              </a:ext>
            </a:extLst>
          </p:cNvPr>
          <p:cNvSpPr txBox="1"/>
          <p:nvPr userDrawn="1"/>
        </p:nvSpPr>
        <p:spPr>
          <a:xfrm>
            <a:off x="360000" y="6498000"/>
            <a:ext cx="114732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b="1">
                <a:latin typeface="Verdana" panose="020B0604030504040204" pitchFamily="34" charset="0"/>
                <a:ea typeface="Verdana" panose="020B0604030504040204" pitchFamily="34" charset="0"/>
              </a:rPr>
              <a:t>NUS Confidential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6696B-4D58-AEB9-2F11-C207ADD433E0}"/>
              </a:ext>
            </a:extLst>
          </p:cNvPr>
          <p:cNvSpPr/>
          <p:nvPr userDrawn="1"/>
        </p:nvSpPr>
        <p:spPr>
          <a:xfrm flipH="1" flipV="1">
            <a:off x="358800" y="971618"/>
            <a:ext cx="11473200" cy="552600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3C9C6-E206-8158-6064-922985639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396000"/>
            <a:ext cx="367059" cy="46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236468-C48D-19B8-0B87-617BC18C46B8}"/>
              </a:ext>
            </a:extLst>
          </p:cNvPr>
          <p:cNvSpPr/>
          <p:nvPr userDrawn="1"/>
        </p:nvSpPr>
        <p:spPr>
          <a:xfrm>
            <a:off x="360000" y="360000"/>
            <a:ext cx="10800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2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D27443-72D3-B671-0D8B-51DCB83C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BAF0C-CCAF-ED12-30EC-7331DF00D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3B76-9998-85B5-3A50-89891F92C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5D993-4641-46F3-8805-803095448CDD}" type="datetimeFigureOut">
              <a:rPr lang="en-SG" smtClean="0"/>
              <a:t>6/5/2026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0778-E543-33E2-9D0E-BBA5D8B1E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2CB1-0171-3929-DEF7-C250F504A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15D2F-9AC4-4DFD-85B2-B4E3949703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366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338C-C89E-BA5E-7B02-79D387FBA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E393A-1D73-14E8-53C0-99291E37FD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298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75581-6106-801F-0809-77C6FAD5D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C3AB-1287-C372-2174-ED083195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D094-1E63-81C7-A878-52A784024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1FEF4-192B-F826-6B97-0EDAACC3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16AD4-3DB7-32A6-9BCF-7622B3133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326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2116-04EA-7890-6DD6-DF96BB49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90C3-77C1-745B-7D0B-31A33ECC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0B61A-0B03-CA8F-3E48-D3825A2ED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C76CF-535D-7F90-CD47-76BB4168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C64F2-7B52-C666-6EFB-1C3D03D099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127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C079-FD0D-1319-F46F-B33AB14A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01F0-F905-F2E6-8ADC-72E9CF6FE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5F4CA-93DA-DDDC-11CA-7151BB934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0EC3D-40F0-CDED-B30B-AE57A03A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237B0-BFB5-695E-B717-D122CE2350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08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F75C-4F1E-7B18-8440-2085C303E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7827-1D5B-EBE0-1107-B1E77B4D4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01443-EEAB-7266-6070-8B46C4027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1C097-E348-29C9-A8D3-D14E34C3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52075-8B6A-55C7-EADC-F14E7EB796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676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F255-E140-1CF2-2975-8753A013A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8AF0-C1A2-18BA-3705-970B0859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6F272-E626-F379-E1EC-995EC61BE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FB010-8E91-CC9F-EB6A-7237974C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47E26-25FF-56C8-9D51-D25B85DF79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731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 Ding Li Victor</dc:creator>
  <cp:lastModifiedBy>Ang Ding Li Victor</cp:lastModifiedBy>
  <cp:revision>1</cp:revision>
  <dcterms:created xsi:type="dcterms:W3CDTF">2026-05-05T17:04:29Z</dcterms:created>
  <dcterms:modified xsi:type="dcterms:W3CDTF">2026-05-05T17:06:58Z</dcterms:modified>
</cp:coreProperties>
</file>